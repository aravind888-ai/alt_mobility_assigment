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256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7684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25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356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25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205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25950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6340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FDDA3B-3536-4985-BFFD-74EEA2A4ED7D}"/>
              </a:ext>
            </a:extLst>
          </p:cNvPr>
          <p:cNvSpPr/>
          <p:nvPr/>
        </p:nvSpPr>
        <p:spPr>
          <a:xfrm>
            <a:off x="664143" y="3850105"/>
            <a:ext cx="7344076" cy="8373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1001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30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187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30117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389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30143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286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30202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9773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30 230235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7735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2025-04-30T18:17:35Z</dcterms:modified>
  <cp:category/>
</cp:coreProperties>
</file>